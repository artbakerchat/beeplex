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Studio Creative Review — September 18,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Decisions from Spoken Transcripts —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 &amp; Flow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 from Session Dialogue:</a:t>
            </a:r>
          </a:p>
          <a:p>
            <a:r>
              <a:t>Lyrics: Decided to change the second verse to focus on family conflict themes.</a:t>
            </a:r>
          </a:p>
          <a:p>
            <a:r>
              <a:t>Vocal Delivery: Tone needs to feel more vulnerable and conversational on the bridge.</a:t>
            </a:r>
          </a:p>
          <a:p>
            <a:r>
              <a:t>Arrangement: Agreed to strip back the acoustic guitar layer to let the vocals breathe.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Studio Creative Review — September 18, 2026</dc:title>
  <dc:subject/>
  <dc:creator/>
  <cp:keywords/>
  <dc:description>generated using python-pptx</dc:description>
  <cp:lastModifiedBy>Steve Canny</cp:lastModifiedBy>
  <cp:revision>1</cp:revision>
  <dcterms:created xsi:type="dcterms:W3CDTF">2026-09-18T18:19:27Z</dcterms:created>
  <dcterms:modified xsi:type="dcterms:W3CDTF">2026-09-18T18:19:27Z</dcterms:modified>
  <cp:category/>
</cp:coreProperties>
</file>