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Bee Wearable AI Insights — September 18,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Transcript Summaries &amp; Action Items Review —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from Transcripts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Bee Device Transcripts:</a:t>
            </a:r>
          </a:p>
          <a:p>
            <a:r>
              <a:t>Product Strategy Sync [7/10 (Moderate Positive)] -&gt; Action: Finalize Q3 roadmap by Friday; assign module owners.</a:t>
            </a:r>
          </a:p>
          <a:p>
            <a:r>
              <a:t>Client Feedback Review [4/10 (Low / Tense)] -&gt; Action: Deploy latency patch before Monday peak hours.</a:t>
            </a:r>
          </a:p>
          <a:p>
            <a:r>
              <a:t>Weekly Team Catch-up [9/10 (High Positive)] -&gt; Action: Maintain current sprint tasks; schedule next retro.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 Wearable AI Insights — September 18, 2026</dc:title>
  <dc:subject/>
  <dc:creator/>
  <cp:keywords/>
  <dc:description>generated using python-pptx</dc:description>
  <cp:lastModifiedBy>Steve Canny</cp:lastModifiedBy>
  <cp:revision>1</cp:revision>
  <dcterms:created xsi:type="dcterms:W3CDTF">2026-09-18T18:19:28Z</dcterms:created>
  <dcterms:modified xsi:type="dcterms:W3CDTF">2026-09-18T18:19:28Z</dcterms:modified>
  <cp:category/>
</cp:coreProperties>
</file>